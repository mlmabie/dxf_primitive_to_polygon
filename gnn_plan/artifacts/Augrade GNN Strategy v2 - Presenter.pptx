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Calibri"/>
              </a:rPr>
              <a:t>AUGRADE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Georgia"/>
              </a:rPr>
              <a:t>Augrade 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Layer-blind vector classification with HATCH-IoU as supervision.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Malachi Mabie · Mabie Industries · for Krish, Augrade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3385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onsolas"/>
              </a:rPr>
              <a:t>DXF_Primitive_to_Polygon · gnn_plan/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>
                <a:solidFill>
                  <a:srgbClr val="555555"/>
                </a:solidFill>
                <a:latin typeface="Georgi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67,000 primitives.  111 layers.  No reliable layer names.  No grouping metadata.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Recover walls, columns, curtain walls — and the supervision signal</a:t>
            </a:r>
          </a:p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that lets us keep doing it as drafters and conventions drift.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Augrade · GNN presenter · M. Mabie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>
                <a:solidFill>
                  <a:srgbClr val="555555"/>
                </a:solidFill>
                <a:latin typeface="Georgia"/>
              </a:rPr>
              <a:t>The 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Georgia"/>
              </a:rPr>
              <a:t>HATCH companion layers are hidden ground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A graph-recovered polygon's IoU against the * HATCH boundary on its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companion layer catches shape correctness — which the source-entity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coverage proxy misses by construction.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Already shown on real data: snap × joint grid search ranked by HATCH-IoU + coverage.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Augrade · GNN presenter · M. Mabie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>
                <a:solidFill>
                  <a:srgbClr val="555555"/>
                </a:solidFill>
                <a:latin typeface="Georgia"/>
              </a:rPr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·  Vector first.  Layer names are provenance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·  Heterogeneous graph: primitives, supervectors, faces, annotations.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·  Sparse pair-relation baseline with conformal review bands.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4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·  Small GNN only on the residual local features cannot explain.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·  Validators stay deterministic.  They decide what may auto-apply.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Augrade · GNN presenter · M. Mabie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>
                <a:solidFill>
                  <a:srgbClr val="555555"/>
                </a:solidFill>
                <a:latin typeface="Georgia"/>
              </a:rPr>
              <a:t>What's already shown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Cross-layer pooling is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A-GLAZING MULLION (LINE-only) and A-GLAZING-MULLION (LWPOLYLINE-only) are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the same physical mullions at ~97% spatial overlap.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Merges decompose into two stages.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29 / 29 curtain-wall merges are programmatic from provenance alone.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Only 1 / 28 wall merges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Snap and joint are independent knobs.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Pareto front: T-junction coupling (joint &gt; 0) is the load-bearing change;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snap is robust across [0.25, 0.75] once joints are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Augrade · GNN presenter · M. Mabie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>
                <a:solidFill>
                  <a:srgbClr val="555555"/>
                </a:solidFill>
                <a:latin typeface="Georgia"/>
              </a:rPr>
              <a:t>From core model to subagent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One encoder.  Many small heads.  Each head a tool a frontier model can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26517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Core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6517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SSL on HATCH-IoU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+ rewrite contrast.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Frozen after Phase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Task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926080"/>
            <a:ext cx="26517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Linear or small MLP.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Trained on programmatic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or expert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377440"/>
            <a:ext cx="26517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926080"/>
            <a:ext cx="26517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Conformal bands on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drawing-level holdout.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Auto-accept / route.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377440"/>
            <a:ext cx="26517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Tool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926080"/>
            <a:ext cx="26517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JSON in / JSON out.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Idempotent.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Frontier model calls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The frontier model spends tokens on judgment — reading residual reports,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proposing rules, deciding what to promote into deterministic code —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not on rediscovering geometry the engine already computed.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Augrade · GNN presenter · M. Mabie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>
                <a:solidFill>
                  <a:srgbClr val="555555"/>
                </a:solidFill>
                <a:latin typeface="Georgia"/>
              </a:rPr>
              <a:t>Ninety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20116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onsolas"/>
              </a:rPr>
              <a:t>W1 –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737360"/>
            <a:ext cx="65836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Graph export + annotation alignment.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0"/>
            <a:ext cx="22860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onsolas"/>
              </a:rPr>
              <a:t>M1 – M3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0116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onsolas"/>
              </a:rPr>
              <a:t>W5 –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834640"/>
            <a:ext cx="65836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Sparse calibrated baseline with conformal bands.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2834640"/>
            <a:ext cx="22860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onsolas"/>
              </a:rPr>
              <a:t>M4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0116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onsolas"/>
              </a:rPr>
              <a:t>W9 –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931920"/>
            <a:ext cx="65836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Rewrite-stability tests.  GNN only if a residual remains.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931920"/>
            <a:ext cx="22860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onsolas"/>
              </a:rPr>
              <a:t>M5 (conditional)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Gate at month 3:  ≥ 1 relation baseline calibrated,  rewrite report exists,  validators still own truth.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Augrade · GNN presenter · M. Mabie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>
                <a:solidFill>
                  <a:srgbClr val="555555"/>
                </a:solidFill>
                <a:latin typeface="Georgia"/>
              </a:rPr>
              <a:t>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onsolas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At what grain does the annotation pipeline produce labels — primitive, supervector, relation, or edit-event?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4572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onsolas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017520"/>
            <a:ext cx="100584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Which constraints get first-class deterministic validators — code/compliance, structural, MEP clearance, fire-rating, accessibility?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4572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onsolas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389120"/>
            <a:ext cx="100584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Which authored rewrites are safe to collapse, and which are family-conditioned — hatch ↔ outline, carrier swap, collinear split, schema remap?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Augrade · GNN presenter · M. Mabie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Georgia"/>
              </a:rPr>
              <a:t>Substrate first.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0">
                <a:solidFill>
                  <a:srgbClr val="1A1A1A"/>
                </a:solidFill>
                <a:latin typeface="Georgia"/>
              </a:rPr>
              <a:t>Frontier intelligence borrowed.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0">
                <a:solidFill>
                  <a:srgbClr val="1A1A1A"/>
                </a:solidFill>
                <a:latin typeface="Georgia"/>
              </a:rPr>
              <a:t>Validators decide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Malachi Mabie · Mabie Industries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3385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onsolas"/>
              </a:rPr>
              <a:t>DXF_Primitive_to_Polygon · gnn_plan/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