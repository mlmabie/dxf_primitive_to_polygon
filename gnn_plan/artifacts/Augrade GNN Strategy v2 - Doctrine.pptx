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3" r:id="rId24"/>
    <p:sldId id="267" r:id="rId13"/>
    <p:sldId id="268" r:id="rId14"/>
    <p:sldId id="270" r:id="rId16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6" Type="http://schemas.openxmlformats.org/officeDocument/2006/relationships/slide" Target="slides/slide16.xml"/><Relationship Id="rId18" Type="http://schemas.openxmlformats.org/officeDocument/2006/relationships/slide" Target="slides/slide18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5720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11480" y="96012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1480" y="146304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96596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11480" y="246888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11480" y="297180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11480" y="347472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11480" y="3977640"/>
            <a:ext cx="91440" cy="54864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502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0" kern="0" dirty="0">
                <a:solidFill>
                  <a:srgbClr val="E9C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109728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Fixed-point iteration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the system frame.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777240" y="33375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FB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is one mechanism choice inside that frame; the frame is what ships.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3931920"/>
            <a:ext cx="146304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4041648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FB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Malachi Mabie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FB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Mabie Industries · for Krish, Augrade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0" y="48463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DXF_Primitive_to_Polygon · gnn_plan/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frame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Augrade is a fixed-point iteration problem with explicit, weak, discrete boundary conditions.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2514600"/>
            <a:ext cx="26060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2514600"/>
            <a:ext cx="73152" cy="2103120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74320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2697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Mechanism layer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31520" y="32461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Closure, winding, family scoping, provenance. Deterministic by construction. The take-home submission ships this layer.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91840" y="2514600"/>
            <a:ext cx="26060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291840" y="2514600"/>
            <a:ext cx="73152" cy="210312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74320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77640" y="2697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Learned residual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566160" y="32461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consistency over typed graphs and calibrated edit proposals. GNN earns its keep here, where neighborhood context decides.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26480" y="2514600"/>
            <a:ext cx="26060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126480" y="2514600"/>
            <a:ext cx="73152" cy="2103120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74320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812280" y="2697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Validator boundary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00800" y="32461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Explicit, weak, discrete checks (closure, containment, clearance) kept outside the learned stack so plasticity cannot drift the geometry.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doctrine · M. Mabie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Complexity is observer-relative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Once the shape is known, the problem stops being “complex” and becomes mechanism.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3154680" cy="2331720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2920" y="1600200"/>
            <a:ext cx="73152" cy="2331720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0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THESIS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Complexity is not intrinsic to the problem.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B7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the mismatch between a problem and an observer.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modeling task is to change the observer until the problem has shape.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840480" y="1600200"/>
            <a:ext cx="48463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840480" y="1600200"/>
            <a:ext cx="73152" cy="100584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114800" y="169164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complexity  —  measurable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0" y="1984248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size &amp; density · entity entropy · rewrite variance · label noise · coverage residuals.</a:t>
            </a:r>
            <a:pPr indent="0" marL="0">
              <a:buNone/>
            </a:pPr>
            <a:r>
              <a:rPr lang="en-US" sz="11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Use metrics, sweeps, and ablations.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840480" y="2788920"/>
            <a:ext cx="48463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840480" y="2788920"/>
            <a:ext cx="73152" cy="1005840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114800" y="288036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complexity  —  observable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0" y="3172968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conditions · representation target · validator loop · expert priors · active context.</a:t>
            </a:r>
            <a:pPr indent="0" marL="0">
              <a:buNone/>
            </a:pPr>
            <a:r>
              <a:rPr lang="en-US" sz="11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Change the observer, then re-measure.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" y="39959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value compounds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4224528"/>
            <a:ext cx="153619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4F5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02920" y="422452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soup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039112" y="4407408"/>
            <a:ext cx="9144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2130552" y="4224528"/>
            <a:ext cx="153619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2130552" y="422452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conditions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66744" y="4407408"/>
            <a:ext cx="91440" cy="0"/>
          </a:xfrm>
          <a:prstGeom prst="line">
            <a:avLst/>
          </a:prstGeom>
          <a:noFill/>
          <a:ln w="19050">
            <a:solidFill>
              <a:srgbClr val="3F6B4A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3758184" y="4224528"/>
            <a:ext cx="153619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F6B4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758184" y="422452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geometry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294376" y="4407408"/>
            <a:ext cx="91440" cy="0"/>
          </a:xfrm>
          <a:prstGeom prst="line">
            <a:avLst/>
          </a:prstGeom>
          <a:noFill/>
          <a:ln w="19050">
            <a:solidFill>
              <a:srgbClr val="3F6B4A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5385816" y="4224528"/>
            <a:ext cx="153619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F6B4A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385816" y="422452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reasoning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922008" y="4407408"/>
            <a:ext cx="9144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7013448" y="4224528"/>
            <a:ext cx="1536192" cy="365760"/>
          </a:xfrm>
          <a:prstGeom prst="rect">
            <a:avLst/>
          </a:prstGeom>
          <a:solidFill>
            <a:srgbClr val="1B1D22"/>
          </a:solidFill>
          <a:ln w="1270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013448" y="422452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E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profit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02920" y="46268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shared geometry between neural representation and model behavior; the system should expose and train against that geometry.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doctrine · M. Mabie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loops: make review worth doing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human loop is not a tax. It is the product surface where expertise becomes data.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627632"/>
            <a:ext cx="26974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2920" y="1627632"/>
            <a:ext cx="73152" cy="2926080"/>
          </a:xfrm>
          <a:prstGeom prst="rect">
            <a:avLst/>
          </a:prstGeom>
          <a:solidFill>
            <a:srgbClr val="4A4F57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79222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Operator sees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08483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review surface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77240" y="2359152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/ after overlay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hypothesis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residual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past cases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approve / reject / repair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why-it-matters explanation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1627632"/>
            <a:ext cx="26974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291840" y="1627632"/>
            <a:ext cx="73152" cy="2926080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66160" y="179222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captures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08483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persistent memory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566160" y="2359152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/ preference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trace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delta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before / after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time-to-fix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shift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 / rule candidate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0760" y="1627632"/>
            <a:ext cx="26974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080760" y="1627632"/>
            <a:ext cx="73152" cy="292608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355080" y="179222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improves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5080" y="208483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loop iteration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55080" y="2359152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repeated errors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retrieval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tighter conformal bands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prototype memory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deterministic rules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 auto-apply threshold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4555000"/>
            <a:ext cx="8229600" cy="291320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555000"/>
            <a:ext cx="8046720" cy="291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Engagement is an ML systems variable:  </a:t>
            </a:r>
            <a:pPr indent="0" marL="0">
              <a:buNone/>
            </a:pPr>
            <a:r>
              <a:rPr lang="en-US" sz="950" i="1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DX creates better labels; better labels create better automation; better automation earns more trust.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doctrine · M. Mabie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Search &amp; scaling — Prime Intellect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Useful for one specific thing, not the whole stack. Mechanism layer and validators stay in-house; search infrastructure is borrowed.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4023360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2920" y="1691640"/>
            <a:ext cx="73152" cy="301752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it fits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258568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Phase 5 search-space coverage.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M7 validators (closure, containment, clearance, duplicate-footprint) as a verifiers Environment. Dataset = annotated drawing + corrupted variants. Reward = validator-accepts ∧ minimal edit cost. Hosted prime-rl with LoRA for the typed-action policy.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Scale-out without infra cost.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Per-token pricing on a multi-tenant cluster, dedicated orchestrator per run. We run breadth experiments while the deterministic stack stays in our hands.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17720" y="1691640"/>
            <a:ext cx="4023360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17720" y="1691640"/>
            <a:ext cx="73152" cy="3017520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9204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keep in-house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92040" y="2258568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Mechanism layer (M1–M3).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Closure, snap, supervector formation, graph export. The boundary-condition-camp commitment lives here.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Validators (M7).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deterministic. They become the verifier rubric for hosted RL — never the trained component.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Annotation loop.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review bands, expert feedback. Rule discovery flows back into the deterministic engine, not just into model weights.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doctrine · M. Mabie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Persistent edge in a world of SAI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generic cognition gets cheap, the edge moves to boundary conditions, memory, and the compiler loop.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627632"/>
            <a:ext cx="26974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2920" y="1627632"/>
            <a:ext cx="73152" cy="2926080"/>
          </a:xfrm>
          <a:prstGeom prst="rect">
            <a:avLst/>
          </a:prstGeom>
          <a:solidFill>
            <a:srgbClr val="4A4F57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79222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Commoditizes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08483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cheap intelligence eats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77240" y="2359152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scaffolding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search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model training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rewrite generation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harness boilerplate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planning agents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1627632"/>
            <a:ext cx="26974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291840" y="1627632"/>
            <a:ext cx="73152" cy="2926080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66160" y="179222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08483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conditions only we can supply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566160" y="2359152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drawing history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&amp; rejection traces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definitions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false-merge policy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jurisdiction constraints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per-firm drafting conventions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object IDs &amp; graph memory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0760" y="1627632"/>
            <a:ext cx="26974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080760" y="1627632"/>
            <a:ext cx="73152" cy="292608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355080" y="179222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Compounds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5080" y="208483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stronger with use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55080" y="2359152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graph embeddings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memory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teaching models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discovered supervectors &amp; motifs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compiled into engine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environments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auto-apply policy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4663440"/>
            <a:ext cx="8229600" cy="201168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66344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Borrow model capacity  ·  </a:t>
            </a:r>
            <a:pPr indent="0" marL="0">
              <a:buNone/>
            </a:pPr>
            <a:r>
              <a:rPr lang="en-US" sz="1050" i="1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problem shape.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doctrine · M. Mabie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+ compute — accelerate, then pace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Spend compute where iteration is cheap. Slow down where semantics become product truth.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645920"/>
            <a:ext cx="26974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2920" y="1645920"/>
            <a:ext cx="73152" cy="292608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8105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Accelerate hard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157984"/>
            <a:ext cx="2286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scaffolds for exporters, parsers, manifests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feature inventories and ablation sweeps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rewrite generation at scale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/ overlay QA screenshots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clustering and label-queue triage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GPU bursts for GNN and memory heads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645920"/>
            <a:ext cx="26974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291840" y="1645920"/>
            <a:ext cx="73152" cy="2926080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66160" y="18105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Pace intentionally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66160" y="2157984"/>
            <a:ext cx="2286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ontology: what counts as object, annotation, edit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definitions and acceptable residuals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false-merge thresholds and review-band policy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semantics: schedule tag vs correction mark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envelope: interactive CPU vs batch GPU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trust: which edits may auto-apply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80760" y="1645920"/>
            <a:ext cx="26974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80760" y="1645920"/>
            <a:ext cx="73152" cy="292608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355080" y="18105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Branch by evidence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55080" y="2157984"/>
            <a:ext cx="2286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wins → do not force GNN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wins context slice → add relation propagation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weak → invest in annotation alignment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variance high → fix quotient, not architecture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 rich → verifier/search branch later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bottleneck → custom batched path, not earlier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4663440"/>
            <a:ext cx="8229600" cy="201168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" y="466344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Acceleration rule  ·  </a:t>
            </a:r>
            <a:pPr indent="0" marL="0">
              <a:buNone/>
            </a:pPr>
            <a:r>
              <a:rPr lang="en-US" sz="1050" i="1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compute on cheap falsification; spend human time on irreversible definitions.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doctrine · M. Mabie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08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457200"/>
            <a:ext cx="91440" cy="54864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641080" y="96012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641080" y="146304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41080" y="196596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41080" y="246888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641080" y="297180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641080" y="347472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641080" y="397764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E9CF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005840"/>
            <a:ext cx="146304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" y="12801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500" b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The smallest stack </a:t>
            </a:r>
            <a:pPr indent="0" marL="0">
              <a:spcAft>
                <a:spcPts val="600"/>
              </a:spcAft>
              <a:buNone/>
            </a:pPr>
            <a:r>
              <a:rPr lang="en-US" sz="2500" dirty="0">
                <a:solidFill>
                  <a:srgbClr val="BFB7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survives contact with the product loop:</a:t>
            </a:r>
            <a:endParaRPr lang="en-US" sz="2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500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 </a:t>
            </a:r>
            <a:endParaRPr lang="en-US" sz="2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500" i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reduce learning complexity, </a:t>
            </a:r>
            <a:pPr indent="0" marL="0">
              <a:spcAft>
                <a:spcPts val="600"/>
              </a:spcAft>
              <a:buNone/>
            </a:pPr>
            <a:r>
              <a:rPr lang="en-US" sz="2500" b="1" i="1" dirty="0">
                <a:solidFill>
                  <a:srgbClr val="3F6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learn stable latent geometries, </a:t>
            </a:r>
            <a:pPr indent="0" marL="0">
              <a:spcAft>
                <a:spcPts val="600"/>
              </a:spcAft>
              <a:buNone/>
            </a:pPr>
            <a:r>
              <a:rPr lang="en-US" sz="2500" i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then </a:t>
            </a:r>
            <a:pPr indent="0" marL="0">
              <a:spcAft>
                <a:spcPts val="600"/>
              </a:spcAft>
              <a:buNone/>
            </a:pPr>
            <a:r>
              <a:rPr lang="en-US" sz="2500" b="1" i="1" dirty="0">
                <a:solidFill>
                  <a:srgbClr val="C87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reason generatively over edit, state, and action space.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8229600" cy="0"/>
          </a:xfrm>
          <a:prstGeom prst="line">
            <a:avLst/>
          </a:prstGeom>
          <a:noFill/>
          <a:ln w="6350">
            <a:solidFill>
              <a:srgbClr val="3A3D4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FB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smartest model — the environment in which smart models become useful, trusted, and compounding.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251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i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The frame ships;  </a:t>
            </a:r>
            <a:pPr indent="0" marL="0">
              <a:buNone/>
            </a:pPr>
            <a:r>
              <a:rPr lang="en-US" sz="1900" b="1" i="1" dirty="0">
                <a:solidFill>
                  <a:srgbClr val="C87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geometry compounds.</a:t>
            </a:r>
            <a:endParaRPr lang="en-US" sz="1900" dirty="0"/>
          </a:p>
          <a:p>
            <a:pPr indent="0" marL="0" algn="l">
              <a:buNone/>
            </a:pPr>
            <a:r>
              <a:rPr lang="en-US" sz="1400" i="1" dirty="0">
                <a:solidFill>
                  <a:srgbClr val="BFB7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best discoveries compile back into the engine.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Malachi Mabie · Mabie Industries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0" y="48463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DXF_Primitive_to_Polygon · gnn_plan/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Augrade — GNN Strategy</dc:title>
  <dc:subject>PptxGenJS Presentation</dc:subject>
  <dc:creator>Malachi Mabie</dc:creator>
  <cp:lastModifiedBy>Malachi Mabie</cp:lastModifiedBy>
  <cp:revision>1</cp:revision>
  <dcterms:created xsi:type="dcterms:W3CDTF">2026-05-08T06:18:51Z</dcterms:created>
  <dcterms:modified xsi:type="dcterms:W3CDTF">2026-05-08T06:18:51Z</dcterms:modified>
</cp:coreProperties>
</file>